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6eed6e0464f7e" /><Relationship Type="http://schemas.openxmlformats.org/officeDocument/2006/relationships/extended-properties" Target="/docProps/app.xml" Id="Rc175eca92a604917" /><Relationship Type="http://schemas.openxmlformats.org/officeDocument/2006/relationships/officeDocument" Target="/ppt/presentation.xml" Id="R31fe19140ebf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f32b996fac42e6"/>
  </p:sldMasterIdLst>
  <p:notesMasterIdLst>
    <p:notesMasterId xmlns:r="http://schemas.openxmlformats.org/officeDocument/2006/relationships" r:id="R98d54748571642d2"/>
  </p:notesMasterIdLst>
  <p:sldIdLst>
    <p:sldId xmlns:r="http://schemas.openxmlformats.org/officeDocument/2006/relationships" id="256" r:id="R20ce2097f069441e"/>
    <p:sldId xmlns:r="http://schemas.openxmlformats.org/officeDocument/2006/relationships" id="257" r:id="R1799a252732e4e24"/>
    <p:sldId xmlns:r="http://schemas.openxmlformats.org/officeDocument/2006/relationships" id="258" r:id="R3a51079e77344205"/>
    <p:sldId xmlns:r="http://schemas.openxmlformats.org/officeDocument/2006/relationships" id="259" r:id="R2697d40cfd104177"/>
    <p:sldId xmlns:r="http://schemas.openxmlformats.org/officeDocument/2006/relationships" id="260" r:id="Rac0dd297737849be"/>
    <p:sldId xmlns:r="http://schemas.openxmlformats.org/officeDocument/2006/relationships" id="261" r:id="R6e223a6c2aac4847"/>
    <p:sldId xmlns:r="http://schemas.openxmlformats.org/officeDocument/2006/relationships" id="262" r:id="Rccc9170caf6e45d4"/>
    <p:sldId xmlns:r="http://schemas.openxmlformats.org/officeDocument/2006/relationships" id="263" r:id="Re606bbf9b30e4157"/>
    <p:sldId xmlns:r="http://schemas.openxmlformats.org/officeDocument/2006/relationships" id="264" r:id="R18b1ad8ba6704199"/>
    <p:sldId xmlns:r="http://schemas.openxmlformats.org/officeDocument/2006/relationships" id="265" r:id="Rad05ea4eff0c4733"/>
    <p:sldId xmlns:r="http://schemas.openxmlformats.org/officeDocument/2006/relationships" id="266" r:id="R1a2cde7dffd84ea2"/>
    <p:sldId xmlns:r="http://schemas.openxmlformats.org/officeDocument/2006/relationships" id="267" r:id="R869b7303deef4766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0f4f1c11d4d04" /><Relationship Type="http://schemas.openxmlformats.org/officeDocument/2006/relationships/slideMaster" Target="/ppt/slideMasters/slideMaster1.xml" Id="R94f32b996fac42e6" /><Relationship Type="http://schemas.openxmlformats.org/officeDocument/2006/relationships/notesMaster" Target="/ppt/notesMasters/notesMaster1.xml" Id="R98d54748571642d2" /><Relationship Type="http://schemas.openxmlformats.org/officeDocument/2006/relationships/presProps" Target="/ppt/presProps.xml" Id="R59bfe8bbaf764f2a" /><Relationship Type="http://schemas.openxmlformats.org/officeDocument/2006/relationships/tableStyles" Target="/ppt/tableStyles.xml" Id="Rf98945e0472e47cc" /><Relationship Type="http://schemas.openxmlformats.org/officeDocument/2006/relationships/slide" Target="/ppt/slides/slide1.xml" Id="R20ce2097f069441e" /><Relationship Type="http://schemas.openxmlformats.org/officeDocument/2006/relationships/slide" Target="/ppt/slides/slide2.xml" Id="R1799a252732e4e24" /><Relationship Type="http://schemas.openxmlformats.org/officeDocument/2006/relationships/slide" Target="/ppt/slides/slide3.xml" Id="R3a51079e77344205" /><Relationship Type="http://schemas.openxmlformats.org/officeDocument/2006/relationships/slide" Target="/ppt/slides/slide4.xml" Id="R2697d40cfd104177" /><Relationship Type="http://schemas.openxmlformats.org/officeDocument/2006/relationships/slide" Target="/ppt/slides/slide5.xml" Id="Rac0dd297737849be" /><Relationship Type="http://schemas.openxmlformats.org/officeDocument/2006/relationships/slide" Target="/ppt/slides/slide6.xml" Id="R6e223a6c2aac4847" /><Relationship Type="http://schemas.openxmlformats.org/officeDocument/2006/relationships/slide" Target="/ppt/slides/slide7.xml" Id="Rccc9170caf6e45d4" /><Relationship Type="http://schemas.openxmlformats.org/officeDocument/2006/relationships/slide" Target="/ppt/slides/slide8.xml" Id="Re606bbf9b30e4157" /><Relationship Type="http://schemas.openxmlformats.org/officeDocument/2006/relationships/slide" Target="/ppt/slides/slide9.xml" Id="R18b1ad8ba6704199" /><Relationship Type="http://schemas.openxmlformats.org/officeDocument/2006/relationships/slide" Target="/ppt/slides/slide10.xml" Id="Rad05ea4eff0c4733" /><Relationship Type="http://schemas.openxmlformats.org/officeDocument/2006/relationships/slide" Target="/ppt/slides/slide11.xml" Id="R1a2cde7dffd84ea2" /><Relationship Type="http://schemas.openxmlformats.org/officeDocument/2006/relationships/slide" Target="/ppt/slides/slide12.xml" Id="R869b7303deef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d68505b9e647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13b939802a4c5b" /><Relationship Type="http://schemas.openxmlformats.org/officeDocument/2006/relationships/notesMaster" Target="/ppt/notesMasters/notesMaster1.xml" Id="R186767633768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299ea93fdc4ae2" /><Relationship Type="http://schemas.openxmlformats.org/officeDocument/2006/relationships/notesMaster" Target="/ppt/notesMasters/notesMaster1.xml" Id="Re5a593025b924d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f4000154b441f8" /><Relationship Type="http://schemas.openxmlformats.org/officeDocument/2006/relationships/notesMaster" Target="/ppt/notesMasters/notesMaster1.xml" Id="Rcde55152343a4d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f42a33ae6949c8" /><Relationship Type="http://schemas.openxmlformats.org/officeDocument/2006/relationships/notesMaster" Target="/ppt/notesMasters/notesMaster1.xml" Id="R397e7f262c064d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ddf26de14a436f" /><Relationship Type="http://schemas.openxmlformats.org/officeDocument/2006/relationships/notesMaster" Target="/ppt/notesMasters/notesMaster1.xml" Id="R568745c1c8ea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452cde542742c4" /><Relationship Type="http://schemas.openxmlformats.org/officeDocument/2006/relationships/notesMaster" Target="/ppt/notesMasters/notesMaster1.xml" Id="R9a9d280f144c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ef49a91f0a49e0" /><Relationship Type="http://schemas.openxmlformats.org/officeDocument/2006/relationships/notesMaster" Target="/ppt/notesMasters/notesMaster1.xml" Id="R40aa4c49a0b148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e2e6331b9149ca" /><Relationship Type="http://schemas.openxmlformats.org/officeDocument/2006/relationships/notesMaster" Target="/ppt/notesMasters/notesMaster1.xml" Id="R103071ecf0364d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82b90a8bf34c4a" /><Relationship Type="http://schemas.openxmlformats.org/officeDocument/2006/relationships/notesMaster" Target="/ppt/notesMasters/notesMaster1.xml" Id="R96511980125e46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ad7575d022495d" /><Relationship Type="http://schemas.openxmlformats.org/officeDocument/2006/relationships/notesMaster" Target="/ppt/notesMasters/notesMaster1.xml" Id="R1d360facbec8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edec2177804275" /><Relationship Type="http://schemas.openxmlformats.org/officeDocument/2006/relationships/notesMaster" Target="/ppt/notesMasters/notesMaster1.xml" Id="Rfef5ad86c04949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541a00017a46a1" /><Relationship Type="http://schemas.openxmlformats.org/officeDocument/2006/relationships/notesMaster" Target="/ppt/notesMasters/notesMaster1.xml" Id="R5ed8f89df403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cc0d72aa1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9bbc2338234c04" /><Relationship Type="http://schemas.openxmlformats.org/officeDocument/2006/relationships/slideLayout" Target="/ppt/slideLayouts/slideLayout1.xml" Id="R1a9c4588d8b348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9c4588d8b348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d28887ac148c2" /><Relationship Type="http://schemas.openxmlformats.org/officeDocument/2006/relationships/image" Target="/ppt/media/image.png" Id="R50c85a5a09bc4d0d" /><Relationship Type="http://schemas.openxmlformats.org/officeDocument/2006/relationships/notesSlide" Target="/ppt/notesSlides/notesSlide1.xml" Id="Rccc0613db24049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f976989f84b3f" /><Relationship Type="http://schemas.openxmlformats.org/officeDocument/2006/relationships/notesSlide" Target="/ppt/notesSlides/notesSlide2.xml" Id="R342d8c83da1642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fe6a103d34c37" /><Relationship Type="http://schemas.openxmlformats.org/officeDocument/2006/relationships/notesSlide" Target="/ppt/notesSlides/notesSlide3.xml" Id="R3f9695b818e3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df494aedb494a" /><Relationship Type="http://schemas.openxmlformats.org/officeDocument/2006/relationships/notesSlide" Target="/ppt/notesSlides/notesSlide4.xml" Id="Rf4e74fc91c894c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c4caa0b6e45b8" /><Relationship Type="http://schemas.openxmlformats.org/officeDocument/2006/relationships/notesSlide" Target="/ppt/notesSlides/notesSlide5.xml" Id="R2dd1595b23c24b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5e93925804c58" /><Relationship Type="http://schemas.openxmlformats.org/officeDocument/2006/relationships/notesSlide" Target="/ppt/notesSlides/notesSlide6.xml" Id="R614143a419364e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ffb9d49440ac" /><Relationship Type="http://schemas.openxmlformats.org/officeDocument/2006/relationships/image" Target="/ppt/media/image2.png" Id="R43f39fa853a8400b" /><Relationship Type="http://schemas.openxmlformats.org/officeDocument/2006/relationships/notesSlide" Target="/ppt/notesSlides/notesSlide7.xml" Id="R86510f9b3efe4f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b552420c04342" /><Relationship Type="http://schemas.openxmlformats.org/officeDocument/2006/relationships/image" Target="/ppt/media/image3.png" Id="R891b4e7589e64e90" /><Relationship Type="http://schemas.openxmlformats.org/officeDocument/2006/relationships/image" Target="/ppt/media/image4.png" Id="R1c75c8786cd04837" /><Relationship Type="http://schemas.openxmlformats.org/officeDocument/2006/relationships/image" Target="/ppt/media/image5.png" Id="R41871609e435451f" /><Relationship Type="http://schemas.openxmlformats.org/officeDocument/2006/relationships/notesSlide" Target="/ppt/notesSlides/notesSlide8.xml" Id="Rffb34505b3464c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c75e92eb64ced" /><Relationship Type="http://schemas.openxmlformats.org/officeDocument/2006/relationships/image" Target="/ppt/media/image6.png" Id="R4f2d9b5d69b54ee2" /><Relationship Type="http://schemas.openxmlformats.org/officeDocument/2006/relationships/image" Target="/ppt/media/image7.png" Id="Rf4ffd510064a4392" /><Relationship Type="http://schemas.openxmlformats.org/officeDocument/2006/relationships/image" Target="/ppt/media/image8.png" Id="R5834ab0ea3b54a57" /><Relationship Type="http://schemas.openxmlformats.org/officeDocument/2006/relationships/notesSlide" Target="/ppt/notesSlides/notesSlide9.xml" Id="R3f4bd8a6a4864c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2b414ccc14142" /><Relationship Type="http://schemas.openxmlformats.org/officeDocument/2006/relationships/image" Target="/ppt/media/image9.png" Id="R48ff816403de4cf0" /><Relationship Type="http://schemas.openxmlformats.org/officeDocument/2006/relationships/image" Target="/ppt/media/image10.png" Id="Rc519fadb63424f24" /><Relationship Type="http://schemas.openxmlformats.org/officeDocument/2006/relationships/image" Target="/ppt/media/image11.png" Id="R5fc91e899e6e4371" /><Relationship Type="http://schemas.openxmlformats.org/officeDocument/2006/relationships/image" Target="/ppt/media/image12.png" Id="Rcc7dc308605048d7" /><Relationship Type="http://schemas.openxmlformats.org/officeDocument/2006/relationships/image" Target="/ppt/media/image13.png" Id="R5dd564d98ddb44d7" /><Relationship Type="http://schemas.openxmlformats.org/officeDocument/2006/relationships/notesSlide" Target="/ppt/notesSlides/notesSlide10.xml" Id="R162175f270a34b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377edc0a040d6" /><Relationship Type="http://schemas.openxmlformats.org/officeDocument/2006/relationships/notesSlide" Target="/ppt/notesSlides/notesSlide11.xml" Id="R2a93d3104da843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86f0a99ee4e21" /><Relationship Type="http://schemas.openxmlformats.org/officeDocument/2006/relationships/image" Target="/ppt/media/image14.png" Id="R9d3ad52dba424622" /><Relationship Type="http://schemas.openxmlformats.org/officeDocument/2006/relationships/notesSlide" Target="/ppt/notesSlides/notesSlide12.xml" Id="R6803b4f920f847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56D00-A167-4B27-846B-ABF9E88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57746-5F7B-4EC5-898E-93634856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81125"/>
            <a:ext cx="4524375" cy="4524375"/>
          </a:xfrm>
          <a:prstGeom xmlns:a="http://schemas.openxmlformats.org/drawingml/2006/main" prst="roundRect">
            <a:avLst>
              <a:gd name="adj" fmla="val 336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34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B1D13-D7BD-4F93-8B9A-48D0847D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24025"/>
            <a:ext cx="3838575" cy="383857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7DA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39115-1E98-4236-AF4A-BAA962B7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85a5a09bc4d0d"/>
          <a:stretch xmlns:a="http://schemas.openxmlformats.org/drawingml/2006/main"/>
        </p:blipFill>
        <p:spPr>
          <a:xfrm xmlns:a="http://schemas.openxmlformats.org/drawingml/2006/main">
            <a:off x="1666875" y="5905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6116E-281B-4E52-A5B1-73A60A9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5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51669-059D-42FD-844E-1534F7AB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Strategic Design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1C7FB-6CB6-434A-A7D4-6EF0844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Versione 0.1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CDDF6-7171-4EDF-BA50-33C7301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532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Una proposta per la prossima fase del brand, del prodotto e dell'esperienza.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C1CFE-2D6B-4CE1-9EAC-50B0BA2C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24750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1E66B-4076-405E-B283-0234623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18097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A46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25151-C44C-486D-9514-B2837D56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438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46C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A46CFF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6044E-8D32-4EA5-A2CD-549BD61F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7810500"/>
            <a:ext cx="18859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76E6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EA3CC-E6B8-4F2B-B329-15D42D7B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79438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E6A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76E6AE"/>
                </a:solidFill>
                <a:latin typeface="Inter"/>
                <a:ea typeface="Inter"/>
                <a:cs typeface="Inter"/>
              </a:rPr>
              <a:t>NUTRITION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B1032-1AF1-490E-AF0B-9CD80DAC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810500"/>
            <a:ext cx="2152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82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25569-5716-4D40-9FFF-5AADE4FF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79438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2D8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2D8FF"/>
                </a:solidFill>
                <a:latin typeface="Inter"/>
                <a:ea typeface="Inter"/>
                <a:cs typeface="Inter"/>
              </a:rPr>
              <a:t>BIOMARKERS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20B18-AE28-4117-B4E1-9A7E636C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7810500"/>
            <a:ext cx="18669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6BF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2463F-BDF4-487B-B76D-262A4CF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9438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BF4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6BF4F"/>
                </a:solidFill>
                <a:latin typeface="Inter"/>
                <a:ea typeface="Inter"/>
                <a:cs typeface="Inter"/>
              </a:rPr>
              <a:t>COACHING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77054-5C42-46CC-B8E3-56B5EEB3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7953375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539909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00FD80-F064-4E56-8970-547CA136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F3409-B12E-464D-8D69-D72296B1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A5344-49D6-494F-AB59-317558D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43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Perche questo documento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EBF27-9AA5-4E46-A7E4-DD41E2F8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Mette ordine nel lavoro fatto e propone una direzione unica per prodotto, brand ed esperienza.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B4B78-87A6-4B84-A994-574C62E0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572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0C71A-6311-4F3B-9FB5-AB70A01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190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625A4-A3A2-4D93-AE58-41574F90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8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1D93F-1135-4E54-BDE3-045F0294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DB763-F89D-4B66-84E2-49886A7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Workshop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76D31-29F1-4B5D-A4E0-E016CCA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Obiettivi, bisogni e priorita.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905FC-178E-4B75-B450-E5D4F68B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D5323-CAB2-42F8-A6E2-B911FA3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4EB60-E6A0-4BB7-AB8C-BFF707D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Analisi prodotto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F9A65-5927-4D5E-B870-C305B544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Flussi, contenuti e punti di frizione.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9D310-E51E-4595-AC71-8EFC096D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10B22-8A5B-4B2B-B456-AA158A1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C4A4B-661A-4D1B-86BA-7433414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0FE9D-1DE8-4725-8A31-3FCF0BAC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5292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Cosa va preservato e cosa va chiarito.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87175-F17B-4A67-9865-B725488A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10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74329-EF75-441D-A7BC-46504B8D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E9B51-AABE-4BC7-88D3-B95B7EA8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2881F-7902-497B-B0FA-4B9C4CD9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Principi utili dai riferimenti migliori.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705B7-4ABE-46DD-898A-DAA7DF2E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3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38BCD-D86B-4D32-87C2-AE1B641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404F8-498D-42D1-90B3-5A9D34EA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293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Esplorazione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2B6F0-068B-4EFD-AD09-BFA72852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0082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UI, brand, social e asset visivi.</a:t>
            </a:r>
          </a:p>
        </p:txBody>
      </p:sp>
    </p:spTree>
    <p:extLst>
      <p:ext uri="{BB962C8B-B14F-4D97-AF65-F5344CB8AC3E}">
        <p14:creationId xmlns:p14="http://schemas.microsoft.com/office/powerpoint/2010/main" val="695286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EE2FB-4E01-4D2F-A439-3372590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9702C-67AB-4A24-8FA5-47326925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E3812-4F9B-4AE1-94C5-71D2B2A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40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 non deve diventare piu complicato.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50C49-3D45-4591-BC97-CC03016B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40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Deve diventare piu leggibile.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A32CE-128A-41FC-896A-88A4CAA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Il prodotto ha gia profondita. La sfida e far lavorare insieme dati, moduli, guida, contenuti e azioni.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DD03B-9934-4FBC-85BD-B870E29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1B254-709F-4744-B781-016A68F6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38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EC747-40B7-47A4-831F-BD6E0C3F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817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C'e tanto valore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2E037-4B38-4FE3-A3AF-9EEF06FB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762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Il materiale di partenza e serio e ricco.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EA6B0-78F8-4D56-ACA5-B1DE866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91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2387B-D288-4444-915E-06F703F5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38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0AE0F-968A-4A0D-B115-F1065057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3817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Il sistema va reso piu chiaro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FFEAB-3205-40BC-9EF7-A2A9F882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762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Le parti devono parlarsi meglio.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43258-98C3-46DE-8881-F16C3BD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2752B-069C-456F-8246-288E8231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F7CBD-5830-44B7-B010-EC3DF8A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La guida e il filo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A2FFA-FAD0-49F7-AC5A-AF5804F9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62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Ogni dato deve portare a una scelta.</a:t>
            </a:r>
          </a:p>
        </p:txBody>
      </p:sp>
    </p:spTree>
    <p:extLst>
      <p:ext uri="{BB962C8B-B14F-4D97-AF65-F5344CB8AC3E}">
        <p14:creationId xmlns:p14="http://schemas.microsoft.com/office/powerpoint/2010/main" val="1581766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F542D-934A-4D1B-8990-0EA0543A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5BEE9-4965-415F-A827-4C875584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F2480-9818-4FF2-AF10-7647D058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Da funzioni a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E20D6-93DB-4DE9-95B6-880068BF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La vera opportunita e aiutare l'utente a capire cosa fare, non solo a leggere numeri.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95527-4136-48BC-B9FE-9CECD686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2912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82D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699A0-B49F-42D7-9C24-DF4C684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819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Segnali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D1E24-E709-4C71-9924-2C3FFF92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101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71777E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71777E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27648-1E0A-43EC-BB7E-B05F54C9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76E6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D4E9E-6A48-491A-9E6C-714CF66C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9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Comprensione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B4B7F-620E-4B79-90C0-B8D92F38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101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71777E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71777E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B5D06-5CE7-4FB9-97AD-96C41B95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2912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F6BF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3F575-7DE8-4147-A309-F19EFD0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9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Guida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DFE7A-A499-45D2-B95F-52796DB2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8101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71777E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71777E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89766-4AD9-4FE6-8761-75C75F7E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42912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A46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1763-72DC-4DD6-B1C4-96E4670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819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Azione quotidiana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F5AE5-BA6E-40DF-9169-B20986D4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33412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Health 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1D517-D77D-460D-AAF9-9856648C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150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513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E7A3F-35B2-4308-B77A-7374E440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53BB9-9B86-4DCF-B971-C51072C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30A40-304F-4CE4-8AF9-DBF4AB90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90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39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Ogni schermata importante deve aiutare una decisione.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9BB9B-8E6D-490D-930F-1766BF18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314B2-9075-44ED-93DB-34DB6E5F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83E74-3D9B-41C2-94BD-C3692D9C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Una decisione alla volta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E50C3-4918-4929-B7CC-6D512A7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DA3BC-6FC2-4DD7-BE38-2BA86AF0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862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2C537-F648-4A19-ACB8-256D0019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290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Contesto prima dell'azione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52FC8-DD4A-4519-92BD-96C43C69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2C04E-564A-4CA5-9BD2-B019D25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862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36491-3560-4DAA-B013-829AD90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8290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Guida prima del 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EABC3-063D-4A02-A2DC-AAD3305A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B3AB5-D503-484F-85BA-0856032F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8185C-3E39-4C2E-8A35-969994C9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483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Evidenza prima della decorazione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E3DF2-4203-48B7-A060-CC7DADA9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38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9BD45-4979-45D6-88E8-64AD10A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054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8632B-A3A2-4A0B-91C3-DEBACAC7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483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Prima le persone, poi la tecnologia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5B6FF-153B-40BB-84DA-76B74419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38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0932E-FF87-4BA2-B7E1-E9F8F26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5054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0E524-ADB7-4081-B188-16D83FDC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483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Continuita, non dashboard isolate</a:t>
            </a:r>
          </a:p>
        </p:txBody>
      </p:sp>
    </p:spTree>
    <p:extLst>
      <p:ext uri="{BB962C8B-B14F-4D97-AF65-F5344CB8AC3E}">
        <p14:creationId xmlns:p14="http://schemas.microsoft.com/office/powerpoint/2010/main" val="1444134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ECCD8-816B-48FF-B8FB-39A7B59B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2B943-5DF2-433F-B113-814547A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D8433-1BF3-465A-BE6F-2BF676A1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39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La direzione non nasce dal gusto.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A1FF6-7932-4539-A981-487DF169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39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Nasce da scelte precise.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370B9-71C7-43F1-9251-5EF8F167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A3D41-5042-47C0-8A23-1959792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Perche superfici chiare?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0ADFF-1F89-462A-95D8-780E2B5D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Un prodotto health deve trasmettere calma prima della tecnologia.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BB56F-C795-4485-A21D-7B47AAA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3944E-04AF-495D-9D2A-E85FE848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956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Perche momenti scuri?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2642A-780D-4024-90DF-0C96769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766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 dati importanti hanno bisogno di priorita e contrasto.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86595-FD57-4986-ABE6-5AF219E8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68E0D-CACF-4A16-9701-67D31693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Perche fotografia editoriale?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AB01A-9A54-44E6-AD11-29B787EA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La fiducia parte dalle persone, non dalle illustrazioni.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0F5AD-1F2A-4855-90C8-4AC51931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4AEDE-054C-451B-B0DA-677EFEE9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244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Perche motion sobrio?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97113-F79B-4313-A43C-DB3F1C24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7053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Il movimento deve spiegare, non intrattenere.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5A8C6-E76B-4491-9EAC-1401A839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ACA91-1D71-4484-8EE9-FCEF12E3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531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Perche non copiare Apple?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55B79-D9E2-41CB-83F2-C2B3DC22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34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Serve la stessa cura, ma con un'identita RE-COMP.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3B483-77F0-471B-8859-1157C69A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055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92FC1-5216-40A0-87F6-BC9D0CF1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1531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Perche colori modulari?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B3506-38D1-4208-88A2-861D27E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Gli accenti devono dare significato, non decorare.</a:t>
            </a:r>
          </a:p>
        </p:txBody>
      </p:sp>
    </p:spTree>
    <p:extLst>
      <p:ext uri="{BB962C8B-B14F-4D97-AF65-F5344CB8AC3E}">
        <p14:creationId xmlns:p14="http://schemas.microsoft.com/office/powerpoint/2010/main" val="889011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B38CC-D9EA-401B-9979-01C59983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08251-BD02-4D33-BBC8-23A5E00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3B487-657D-4B23-8F70-B30E4695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40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Prendere principi, non estetiche.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AD448-2A8E-40B7-8780-5A30922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Il benchmark serve a capire cosa imparare e cosa evitare, non a decidere chi copiare.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39fa853a8400b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123950"/>
            <a:ext cx="619125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F05ED-DCA2-4D31-A5C4-5988932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Apple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BCD4B-D601-4E56-90D4-D1885926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Impariamo: chiarezza nativa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8958D-5CDD-41CF-A376-D29B8099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Evitiamo: clone 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46DDE-05F2-4D8F-864B-F2D85C46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38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Superpower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0ED5B-B938-4FDA-8C47-977BD523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Impariamo: tono premium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3CC3E-0558-4210-8B19-5B320CEE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88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Evitiamo: promesse troppo forti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CE230-E353-494D-A8DF-8B58047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34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Everlab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3900B-6974-49BE-8306-FE216EF8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341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Impariamo: fiducia e rigore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4D2DD-ABAE-4D9D-9E16-39D61D67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341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Evitiamo: freddezza clinica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BF07A-0F78-4D41-89C3-168D0158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29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WHOOP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54A2F-F48C-4CF4-A606-C84F100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6294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Impariamo: loop quotidiano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0477B-D451-4F65-AF7A-4FF9552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294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Evitiamo: score senza spiegazione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543D1-D70E-4503-A873-8B5644A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24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Bevel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7F3E7-C616-4071-95B7-BA584EE8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1247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Impariamo: dati leggibili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BFC8-8797-40FB-8B58-D681618D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1247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Evitiamo: dashboard troppo dense</a:t>
            </a:r>
          </a:p>
        </p:txBody>
      </p:sp>
    </p:spTree>
    <p:extLst>
      <p:ext uri="{BB962C8B-B14F-4D97-AF65-F5344CB8AC3E}">
        <p14:creationId xmlns:p14="http://schemas.microsoft.com/office/powerpoint/2010/main" val="874044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5740E-01B7-46D7-B612-099BBFF9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8917A-3A7B-4E64-8E79-411024C9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F1341-3A6D-4848-9BF5-DE104B7F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Brand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FB4EF-EC34-422E-B661-D7A7D457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RE-COMP deve sembrare premium, preciso, calmo e vivo. Non una gym app, non un prodotto medico freddo.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b4e7589e64e90"/>
          <a:stretch xmlns:a="http://schemas.openxmlformats.org/drawingml/2006/main"/>
        </p:blipFill>
        <p:spPr>
          <a:xfrm xmlns:a="http://schemas.openxmlformats.org/drawingml/2006/main">
            <a:off x="1990725" y="3524250"/>
            <a:ext cx="590550" cy="5905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5c8786cd04837"/>
          <a:srcRect xmlns:a="http://schemas.openxmlformats.org/drawingml/2006/main" l="7051" t="0" r="70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47750"/>
            <a:ext cx="6381750" cy="37147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1609e435451f"/>
          <a:srcRect xmlns:a="http://schemas.openxmlformats.org/drawingml/2006/main" l="0" t="18017" r="0" b="18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0" y="5191125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66CF7-3AFB-4052-9471-878A2B6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A4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D60B-0A8A-4099-927C-9943FBBE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8D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8DA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AD54B-CC7B-48B0-BA6D-E12B2308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768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76E6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F2E86-3CE3-4E5C-8BFA-7EF5966C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5722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8D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8DA"/>
                </a:solidFill>
                <a:latin typeface="Inter"/>
                <a:ea typeface="Inter"/>
                <a:cs typeface="Inter"/>
              </a:rPr>
              <a:t>Nutrition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F4580-B692-4E0F-98DF-054C10E9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768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8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ACA53-E6D6-4590-A16B-D067596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5722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8D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8DA"/>
                </a:solidFill>
                <a:latin typeface="Inter"/>
                <a:ea typeface="Inter"/>
                <a:cs typeface="Inter"/>
              </a:rPr>
              <a:t>Biomarkers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73171-4E0A-487D-9B29-04679005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768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6B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06103-D8B1-4306-AD64-8720E25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5722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8D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8DA"/>
                </a:solidFill>
                <a:latin typeface="Inter"/>
                <a:ea typeface="Inter"/>
                <a:cs typeface="Inter"/>
              </a:rPr>
              <a:t>Coaching</a:t>
            </a:r>
          </a:p>
        </p:txBody>
      </p:sp>
    </p:spTree>
    <p:extLst>
      <p:ext uri="{BB962C8B-B14F-4D97-AF65-F5344CB8AC3E}">
        <p14:creationId xmlns:p14="http://schemas.microsoft.com/office/powerpoint/2010/main" val="737846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8DE8E-FAFA-4C38-8526-0F60230B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08C19-A642-4593-9643-F2A4DA94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C332D-9844-44FC-A2E0-FCDB2EEB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828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Calm. Editorial. Intelligent.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C58E7-AF82-43B3-B0E0-F83E056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Il linguaggio RE-COMP nasce da materiali scuri, luce controllata, dati leggibili e presenza umana.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d9b5d69b54ee2"/>
          <a:srcRect xmlns:a="http://schemas.openxmlformats.org/drawingml/2006/main" l="20833" t="0" r="2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857500"/>
            <a:ext cx="4000500" cy="3429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fd510064a4392"/>
          <a:stretch xmlns:a="http://schemas.openxmlformats.org/drawingml/2006/main"/>
        </p:blipFill>
        <p:spPr>
          <a:xfrm xmlns:a="http://schemas.openxmlformats.org/drawingml/2006/main">
            <a:off x="5509363" y="2647950"/>
            <a:ext cx="1801925" cy="4000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4ab0ea3b54a57"/>
          <a:stretch xmlns:a="http://schemas.openxmlformats.org/drawingml/2006/main"/>
        </p:blipFill>
        <p:spPr>
          <a:xfrm xmlns:a="http://schemas.openxmlformats.org/drawingml/2006/main">
            <a:off x="8067110" y="2647950"/>
            <a:ext cx="194423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F11F9-35B4-4E55-BF95-A33A84C1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286125"/>
            <a:ext cx="276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C9953-02CA-4952-ABF0-1DF52676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385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Soft Metal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F952B-E879-4F1D-9B47-6A9D2AC8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623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superfici principali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C9371-76E2-46B9-9069-470213A7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352925"/>
            <a:ext cx="276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D8225-FDBC-4FFA-9C35-1B6F0394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053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Liquid Glass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5F821-04BD-4D2D-8545-5A39DC0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291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solo controlli e overlay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8945C-A1D2-48A9-9FDB-52E26B7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419725"/>
            <a:ext cx="276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A383D-B765-434C-91F0-6CE8CCC3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721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2C6FD-2C3E-4934-8E22-94D9D1D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959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gerarchia, non effetto</a:t>
            </a:r>
          </a:p>
        </p:txBody>
      </p:sp>
    </p:spTree>
    <p:extLst>
      <p:ext uri="{BB962C8B-B14F-4D97-AF65-F5344CB8AC3E}">
        <p14:creationId xmlns:p14="http://schemas.microsoft.com/office/powerpoint/2010/main" val="18226411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B0ECC-5771-4BE5-B38B-5EE48FAB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852CC-AD56-4845-9889-C0E4085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56A24-3681-4EE6-8A80-B3D4409C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390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Un unico sistema, diversi livelli di profondita.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D1606-6962-4B22-B56B-EE73C71C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Landing, app e social devono raccontare la stessa idea: RE-COMP aiuta a capire lo stato del corpo e cosa fare dopo.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f816403de4cf0"/>
          <a:srcRect xmlns:a="http://schemas.openxmlformats.org/drawingml/2006/main" l="26000" t="0" r="26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3238500"/>
            <a:ext cx="2286000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AAF42-35E4-4F1E-BCDA-1ABA1D4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Landing Hero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36AF4-5DAA-4BE3-8FB1-5685C66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9fadb63424f24"/>
          <a:srcRect xmlns:a="http://schemas.openxmlformats.org/drawingml/2006/main" l="0" t="21291" r="0" b="21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238500"/>
            <a:ext cx="228600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156C9-220F-4C21-9F95-554665CF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578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Living Human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8A945-773A-477F-849D-8BA67036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91e899e6e4371"/>
          <a:srcRect xmlns:a="http://schemas.openxmlformats.org/drawingml/2006/main" l="22986" t="0" r="229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3238500"/>
            <a:ext cx="2286000" cy="2381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2DC86-7A8A-45BC-9DD6-8837279A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578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4 Pillars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DBFEC-9FB6-4FDA-B58A-F6432721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71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dc308605048d7"/>
          <a:srcRect xmlns:a="http://schemas.openxmlformats.org/drawingml/2006/main" l="0" t="23704" r="0" b="23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3238500"/>
            <a:ext cx="2286000" cy="2381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F9CCF-089D-43AB-9215-818C0901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578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631D0-0A5E-42AB-94C6-9C8F1060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171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564d98ddb44d7"/>
          <a:srcRect xmlns:a="http://schemas.openxmlformats.org/drawingml/2006/main" l="0" t="16684" r="0" b="16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0" y="3238500"/>
            <a:ext cx="2286000" cy="2381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F9442-4629-4848-8C08-7CA105A3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578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Social</a:t>
            </a:r>
          </a:p>
        </p:txBody>
      </p:sp>
    </p:spTree>
    <p:extLst>
      <p:ext uri="{BB962C8B-B14F-4D97-AF65-F5344CB8AC3E}">
        <p14:creationId xmlns:p14="http://schemas.microsoft.com/office/powerpoint/2010/main" val="1111440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F752A-C209-4B6F-9D32-D1FF7D2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DD6C3-6AAB-4813-BA77-A43A67C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1C1D-6809-4344-8B6A-1C1CCDE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37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Il design system tiene insieme tutto.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1A9B2-E247-4E4F-A98D-B7468C65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Prodotto, landing, brand e social devono usare le stesse regole, anche quando hanno ruoli diversi.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79A56-886B-443F-97A7-A90ADD33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649E2-0956-4407-9C1E-2CDA0428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Tipografia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7CF3B-9C46-4701-BB56-2B28CD3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gerarchia e ritmo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9D627-88BD-43E3-AE7A-3C3730B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7A0E9-AEC8-4132-B474-35C486F4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04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Colori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5D0FB-88E3-4262-9E5E-45578A99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814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moduli e stati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7AABE-CEE0-4B99-B931-088A0310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3375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61EF9-5D64-4E25-891C-8CFAC5B8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004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Componenti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7ACE-4FA8-4C20-8DDB-D250720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814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azioni riconoscibili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D1ACC-A2FE-4BF6-A2E4-13C83233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DAB8D-3389-46F7-829B-E5350E2E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67325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Spacing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7D875-21DC-4BD7-8BB0-7A9C9676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483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respiro e ordine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BB02A-9E5B-4E2A-B01C-C2F44385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00625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9154C-DEE4-487B-9402-197E7189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67325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Icone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A9BDE-BB0C-4082-8EB6-1253425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6483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segnali semplici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2DCCC-A500-4D22-BFEE-01142529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00625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04ADA-A3E6-43AD-B8EE-FD095B6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267325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01317"/>
                </a:solidFill>
                <a:latin typeface="Inter"/>
                <a:ea typeface="Inter"/>
                <a:cs typeface="Inter"/>
              </a:rPr>
              <a:t>Materiali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95A41-EB21-4A9B-93F1-EB979FBB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483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Soft Metal, Glass, Light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1C559-BE53-4372-B99E-A89A9779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294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1317"/>
                </a:solidFill>
                <a:latin typeface="Inter"/>
                <a:ea typeface="Inter"/>
                <a:cs typeface="Inter"/>
              </a:rPr>
              <a:t>Liquid Glass non e lo stile di RE-COMP. E un materiale funzionale per navigazione, controlli, overlay e stati attivi.</a:t>
            </a:r>
          </a:p>
        </p:txBody>
      </p:sp>
    </p:spTree>
    <p:extLst>
      <p:ext uri="{BB962C8B-B14F-4D97-AF65-F5344CB8AC3E}">
        <p14:creationId xmlns:p14="http://schemas.microsoft.com/office/powerpoint/2010/main" val="214705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74E4A-3226-4C43-A123-7C757F40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RE-COMP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26371-14EC-41D4-BAAD-DD620C9F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7F5F0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5F0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DC22E-BBAC-4121-B935-A2DD7F54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Costruire prima fiducia. Poi scala.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91182-8FEC-401C-A308-72053041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76E6A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FD841-69B7-4666-9675-E7E9E155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35811-BC1D-4EBD-8423-848E73D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F390B-291C-41D7-B7A7-13A5587D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172C4-E4A0-4BCB-836C-F5CA5ABC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76E6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3B3E5-7E8F-4E0D-88D8-1A960D50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F2CB9-8DCD-4179-8568-337D2D2E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D5C1A-9AAB-411D-962A-7EEC5202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57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A0BD9-CD8F-4E8C-9BDC-9112263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76E6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94D2C-DBEF-4327-BCA9-D5F4279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0E798-65AA-45EE-9E10-AEEAF8C2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Brand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68C21-5F7E-4FC2-BA87-89960782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57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838F3-5CB8-410F-BBD4-1A1A2577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C31CB-E6C0-4BBB-9D29-38336B6C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3EDEA-42F8-4E9B-B0C2-F6BCEB39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4F5D7-1A74-4BC5-8099-3CC98518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57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A6206-06F8-4CF2-B95A-3D5D736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2C9A3-C7F4-4E4F-B960-F46E5272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6F4E6-5994-4023-B2CA-65A1C934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8FC24-D2F9-4EDE-9B55-1438B6B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57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9C278-8B8F-40C1-B306-6CB56DE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076DF-6354-45D9-B60B-2D3F4D92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B036C-8110-4881-B401-BC2B2066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Prototype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B184C-7531-474F-9F31-74AF1089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57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E2C93-C9BD-49E7-9399-B5F91479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8008F2-4F99-43C9-B3AB-5AECD151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F3908B-26FB-4BF7-A5C0-7E678DFC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Development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53DAD2-805E-4F44-A9B2-D91D5582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8576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7378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F7378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892F6B-4760-405C-AA9A-86C4C25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505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C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5870BF-F685-4783-B303-43A2E53C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790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ADB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A8ADB2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E3FAFF-18A9-4E8F-A1D2-27DAFA2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762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Testing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F32B84-1F9A-47D4-AEC4-37E2079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Capire cosa conta. Poi renderlo semplice da usare ogni giorno.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ad52dba424622"/>
          <a:stretch xmlns:a="http://schemas.openxmlformats.org/drawingml/2006/main"/>
        </p:blipFill>
        <p:spPr>
          <a:xfrm xmlns:a="http://schemas.openxmlformats.org/drawingml/2006/main">
            <a:off x="11744325" y="6286500"/>
            <a:ext cx="514350" cy="51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47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2026-07-19T13:35:29.5070000Z</dcterms:created>
  <dcterms:modified xsi:type="dcterms:W3CDTF">2026-07-19T13:35:29.5070000Z</dcterms:modified>
</coreProperties>
</file>